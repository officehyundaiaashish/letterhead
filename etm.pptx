
<file path=[Content_Types].xml><?xml version="1.0" encoding="utf-8"?>
<Types xmlns="http://schemas.openxmlformats.org/package/2006/content-types">
  <Override PartName="/ppt/slideMasters/slideMaster3.xml" ContentType="application/vnd.openxmlformats-officedocument.presentationml.slideMaster+xml"/>
  <Override PartName="/ppt/theme/theme5.xml" ContentType="application/vnd.openxmlformats-officedocument.them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ustom.xml" ContentType="application/vnd.openxmlformats-officedocument.custom-properties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Layouts/slideLayout10.xml" ContentType="application/vnd.openxmlformats-officedocument.presentationml.slideLayout+xml"/>
  <Override PartName="/ppt/theme/theme14.xml" ContentType="application/vnd.openxmlformats-officedocument.theme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0.xml" ContentType="application/vnd.openxmlformats-officedocument.presentationml.slideMaster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viewProps.xml" ContentType="application/vnd.openxmlformats-officedocument.presentationml.viewProps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docProps/core.xml" ContentType="application/vnd.openxmlformats-package.core-properties+xml"/>
  <Override PartName="/ppt/slideMasters/slideMaster2.xml" ContentType="application/vnd.openxmlformats-officedocument.presentationml.slideMaster+xml"/>
  <Default Extension="png" ContentType="image/png"/>
  <Override PartName="/ppt/theme/theme4.xml" ContentType="application/vnd.openxmlformats-officedocument.them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  <p:sldMasterId id="2147483657" r:id="rId10"/>
    <p:sldMasterId id="2147483658" r:id="rId11"/>
    <p:sldMasterId id="2147483659" r:id="rId12"/>
    <p:sldMasterId id="2147483660" r:id="rId13"/>
  </p:sldMasterIdLst>
  <p:notesMasterIdLst>
    <p:notesMasterId r:id="rId16"/>
  </p:notesMasterIdLst>
  <p:sldIdLst>
    <p:sldId id="257" r:id="rId14"/>
    <p:sldId id="258" r:id="rId15"/>
  </p:sldIdLst>
  <p:sldSz cx="9144000" cy="6858000" type="screen4x3"/>
  <p:notesSz cx="7008813" cy="9294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987" autoAdjust="0"/>
    <p:restoredTop sz="94660"/>
  </p:normalViewPr>
  <p:slideViewPr>
    <p:cSldViewPr>
      <p:cViewPr varScale="1">
        <p:scale>
          <a:sx n="72" d="100"/>
          <a:sy n="72" d="100"/>
        </p:scale>
        <p:origin x="-1296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Master" Target="slideMasters/slideMaster13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2.xml"/><Relationship Id="rId10" Type="http://schemas.openxmlformats.org/officeDocument/2006/relationships/slideMaster" Target="slideMasters/slideMaster10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5" name="Rectangle 1048714"/>
          <p:cNvSpPr/>
          <p:nvPr/>
        </p:nvSpPr>
        <p:spPr>
          <a:xfrm>
            <a:off x="0" y="0"/>
            <a:ext cx="7009200" cy="9295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716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038400" cy="465120"/>
          </a:xfrm>
          <a:prstGeom prst="rect">
            <a:avLst/>
          </a:prstGeom>
          <a:noFill/>
          <a:ln w="0">
            <a:noFill/>
          </a:ln>
        </p:spPr>
        <p:txBody>
          <a:bodyPr lIns="90360" tIns="45360" rIns="90360" bIns="45360" anchor="t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717" name="PlaceHolder 2"/>
          <p:cNvSpPr>
            <a:spLocks noGrp="1"/>
          </p:cNvSpPr>
          <p:nvPr>
            <p:ph type="dt" idx="40"/>
          </p:nvPr>
        </p:nvSpPr>
        <p:spPr>
          <a:xfrm>
            <a:off x="3970440" y="0"/>
            <a:ext cx="3038400" cy="465120"/>
          </a:xfrm>
          <a:prstGeom prst="rect">
            <a:avLst/>
          </a:prstGeom>
          <a:noFill/>
          <a:ln w="0">
            <a:noFill/>
          </a:ln>
        </p:spPr>
        <p:txBody>
          <a:bodyPr lIns="90360" tIns="45360" rIns="90360" bIns="4536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718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1182240" y="698400"/>
            <a:ext cx="4645080" cy="348480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lIns="90360" tIns="45360" rIns="90360" bIns="4536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Calibri"/>
              </a:rPr>
              <a:t>Click to move the slide</a:t>
            </a:r>
          </a:p>
        </p:txBody>
      </p:sp>
      <p:sp>
        <p:nvSpPr>
          <p:cNvPr id="1048719" name="PlaceHolder 4"/>
          <p:cNvSpPr>
            <a:spLocks noGrp="1"/>
          </p:cNvSpPr>
          <p:nvPr>
            <p:ph type="body"/>
          </p:nvPr>
        </p:nvSpPr>
        <p:spPr>
          <a:xfrm>
            <a:off x="701640" y="4416120"/>
            <a:ext cx="5608800" cy="4182840"/>
          </a:xfrm>
          <a:prstGeom prst="rect">
            <a:avLst/>
          </a:prstGeom>
          <a:noFill/>
          <a:ln w="0">
            <a:noFill/>
          </a:ln>
        </p:spPr>
        <p:txBody>
          <a:bodyPr lIns="90360" tIns="45360" rIns="90360" bIns="45360" anchor="t">
            <a:noAutofit/>
          </a:bodyPr>
          <a:lstStyle/>
          <a:p>
            <a:pPr indent="0">
              <a:spcBef>
                <a:spcPts val="45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alibri"/>
              </a:rPr>
              <a:t>Click to edit the notes format</a:t>
            </a:r>
          </a:p>
        </p:txBody>
      </p:sp>
      <p:sp>
        <p:nvSpPr>
          <p:cNvPr id="1048720" name="PlaceHolder 5"/>
          <p:cNvSpPr>
            <a:spLocks noGrp="1"/>
          </p:cNvSpPr>
          <p:nvPr>
            <p:ph type="ftr" idx="41"/>
          </p:nvPr>
        </p:nvSpPr>
        <p:spPr>
          <a:xfrm>
            <a:off x="0" y="8829720"/>
            <a:ext cx="3038400" cy="465120"/>
          </a:xfrm>
          <a:prstGeom prst="rect">
            <a:avLst/>
          </a:prstGeom>
          <a:noFill/>
          <a:ln w="0">
            <a:noFill/>
          </a:ln>
        </p:spPr>
        <p:txBody>
          <a:bodyPr lIns="90360" tIns="45360" rIns="90360" bIns="45360" anchor="b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721" name="PlaceHolder 6"/>
          <p:cNvSpPr>
            <a:spLocks noGrp="1"/>
          </p:cNvSpPr>
          <p:nvPr>
            <p:ph type="sldNum" idx="42"/>
          </p:nvPr>
        </p:nvSpPr>
        <p:spPr>
          <a:xfrm>
            <a:off x="3970440" y="8829720"/>
            <a:ext cx="3038400" cy="465120"/>
          </a:xfrm>
          <a:prstGeom prst="rect">
            <a:avLst/>
          </a:prstGeom>
          <a:noFill/>
          <a:ln w="0">
            <a:noFill/>
          </a:ln>
        </p:spPr>
        <p:txBody>
          <a:bodyPr lIns="90360" tIns="45360" rIns="90360" bIns="4536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1C3B6CE0-E287-421F-BC7E-6851EFCBBC5B}" type="slidenum">
              <a:rPr lang="en-US" sz="1200" b="0" strike="noStrike" spc="-1">
                <a:solidFill>
                  <a:srgbClr val="000000"/>
                </a:solidFill>
                <a:latin typeface="Calibri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82688" y="698500"/>
            <a:ext cx="4645025" cy="3484563"/>
          </a:xfrm>
          <a:prstGeom prst="rect">
            <a:avLst/>
          </a:prstGeom>
          <a:ln w="0">
            <a:noFill/>
          </a:ln>
        </p:spPr>
      </p:sp>
      <p:sp>
        <p:nvSpPr>
          <p:cNvPr id="1048593" name="PlaceHolder 2"/>
          <p:cNvSpPr>
            <a:spLocks noGrp="1"/>
          </p:cNvSpPr>
          <p:nvPr>
            <p:ph type="body"/>
          </p:nvPr>
        </p:nvSpPr>
        <p:spPr>
          <a:xfrm>
            <a:off x="701640" y="4416120"/>
            <a:ext cx="5608800" cy="418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45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8594" name="Slide Number Placeholder 3"/>
          <p:cNvSpPr/>
          <p:nvPr/>
        </p:nvSpPr>
        <p:spPr>
          <a:xfrm>
            <a:off x="3970440" y="8829720"/>
            <a:ext cx="3038400" cy="4651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90360" tIns="45360" rIns="90360" bIns="45360" anchor="b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F246E3D3-6EE8-45BE-97E9-5EAD0148682E}" type="slidenum">
              <a:rPr lang="en-US" sz="1200" b="0" strike="noStrike" spc="-1">
                <a:solidFill>
                  <a:srgbClr val="000000"/>
                </a:solidFill>
                <a:latin typeface="Calibri"/>
              </a:rPr>
              <a:pPr algn="r">
                <a:lnSpc>
                  <a:spcPct val="100000"/>
                </a:lnSpc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48582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3E9F856-A219-493D-8D4D-1F247E3C80E6}" type="slidenum">
              <a:rPr/>
              <a:pPr/>
              <a:t>‹#›</a:t>
            </a:fld>
            <a:endParaRPr/>
          </a:p>
        </p:txBody>
      </p:sp>
      <p:sp>
        <p:nvSpPr>
          <p:cNvPr id="1048583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4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4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4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4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71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71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7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7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7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7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7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7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1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1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6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6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6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6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0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70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70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70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70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5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5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5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5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48602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F162E105-DBF0-4D7D-AF02-C4993125DB18}" type="slidenum">
              <a:rPr/>
              <a:pPr/>
              <a:t>‹#›</a:t>
            </a:fld>
            <a:endParaRPr/>
          </a:p>
        </p:txBody>
      </p:sp>
      <p:sp>
        <p:nvSpPr>
          <p:cNvPr id="1048603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9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9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9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9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3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3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3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3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8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8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8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8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0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1048621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 dirty="0"/>
          </a:p>
        </p:txBody>
      </p:sp>
      <p:sp>
        <p:nvSpPr>
          <p:cNvPr id="104862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817E-0B45-4720-AA23-C2196F400BBE}" type="datetimeFigureOut">
              <a:rPr lang="zh-CN" altLang="en-US" smtClean="0"/>
              <a:pPr/>
              <a:t>2026/3/11</a:t>
            </a:fld>
            <a:endParaRPr lang="zh-CN" altLang="en-US"/>
          </a:p>
        </p:txBody>
      </p:sp>
      <p:sp>
        <p:nvSpPr>
          <p:cNvPr id="104862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4862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9700D-8087-46DD-9E4C-2E27B4C0B8CD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104857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743040" lvl="1" indent="-285840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143000" lvl="2" indent="-228600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600200" lvl="3" indent="-228600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057400" lvl="4" indent="-228600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057400" lvl="5" indent="-228600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2057400" lvl="6" indent="-228600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  <p:sp>
        <p:nvSpPr>
          <p:cNvPr id="1048578" name="PlaceHolder 3"/>
          <p:cNvSpPr>
            <a:spLocks noGrp="1"/>
          </p:cNvSpPr>
          <p:nvPr>
            <p:ph type="dt" idx="1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strike="noStrike" spc="-1">
                <a:solidFill>
                  <a:srgbClr val="898989"/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79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80" name="PlaceHolder 5"/>
          <p:cNvSpPr>
            <a:spLocks noGrp="1"/>
          </p:cNvSpPr>
          <p:nvPr>
            <p:ph type="sldNum" idx="3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strike="noStrike" spc="-1">
                <a:solidFill>
                  <a:srgbClr val="898989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E7663020-B7A3-4875-B76E-43E426E8A4E0}" type="slidenum">
              <a:rPr lang="en-US" sz="1200" b="0" strike="noStrike" spc="-1">
                <a:solidFill>
                  <a:srgbClr val="898989"/>
                </a:solidFill>
                <a:latin typeface="Calibri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37" name="PlaceHolder 3"/>
          <p:cNvSpPr>
            <a:spLocks noGrp="1"/>
          </p:cNvSpPr>
          <p:nvPr>
            <p:ph type="dt" idx="4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현대산스 Head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현대산스 Head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3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39" name="PlaceHolder 5"/>
          <p:cNvSpPr>
            <a:spLocks noGrp="1"/>
          </p:cNvSpPr>
          <p:nvPr>
            <p:ph type="sldNum" idx="6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현대산스 Head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FBD1102E-BC53-4E57-B3E6-914375CFA624}" type="slidenum">
              <a:rPr lang="en-US" altLang="ko-KR" sz="1100" b="0" strike="noStrike" spc="-1">
                <a:solidFill>
                  <a:srgbClr val="898989"/>
                </a:solidFill>
                <a:latin typeface="현대산스 Head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7158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/>
    <p:bodyStyle/>
    <p:otherStyle/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5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70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70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707" name="PlaceHolder 3"/>
          <p:cNvSpPr>
            <a:spLocks noGrp="1"/>
          </p:cNvSpPr>
          <p:nvPr>
            <p:ph type="dt" idx="7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708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709" name="PlaceHolder 5"/>
          <p:cNvSpPr>
            <a:spLocks noGrp="1"/>
          </p:cNvSpPr>
          <p:nvPr>
            <p:ph type="sldNum" idx="9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C6CA8B17-C085-4EB9-8792-A671A3F1B306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/>
    <p:bodyStyle/>
    <p:otherStyle/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1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6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6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67" name="PlaceHolder 3"/>
          <p:cNvSpPr>
            <a:spLocks noGrp="1"/>
          </p:cNvSpPr>
          <p:nvPr>
            <p:ph type="dt" idx="10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68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69" name="PlaceHolder 5"/>
          <p:cNvSpPr>
            <a:spLocks noGrp="1"/>
          </p:cNvSpPr>
          <p:nvPr>
            <p:ph type="sldNum" idx="12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49BA92BB-08F5-4556-B39A-3F4D0AF8FC0E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/>
    <p:bodyStyle/>
    <p:otherStyle/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5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0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0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07" name="PlaceHolder 3"/>
          <p:cNvSpPr>
            <a:spLocks noGrp="1"/>
          </p:cNvSpPr>
          <p:nvPr>
            <p:ph type="dt" idx="13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08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09" name="PlaceHolder 5"/>
          <p:cNvSpPr>
            <a:spLocks noGrp="1"/>
          </p:cNvSpPr>
          <p:nvPr>
            <p:ph type="sldNum" idx="15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F9B3AD32-3656-44AC-A32F-D21B2419B542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/>
    <p:bodyStyle/>
    <p:otherStyle/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5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5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57" name="PlaceHolder 3"/>
          <p:cNvSpPr>
            <a:spLocks noGrp="1"/>
          </p:cNvSpPr>
          <p:nvPr>
            <p:ph type="dt" idx="16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5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59" name="PlaceHolder 5"/>
          <p:cNvSpPr>
            <a:spLocks noGrp="1"/>
          </p:cNvSpPr>
          <p:nvPr>
            <p:ph type="sldNum" idx="18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A8805F42-91AF-4501-83A0-21641F9D88B8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/>
    <p:bodyStyle/>
    <p:otherStyle/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9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9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97" name="PlaceHolder 3"/>
          <p:cNvSpPr>
            <a:spLocks noGrp="1"/>
          </p:cNvSpPr>
          <p:nvPr>
            <p:ph type="dt" idx="19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98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99" name="PlaceHolder 5"/>
          <p:cNvSpPr>
            <a:spLocks noGrp="1"/>
          </p:cNvSpPr>
          <p:nvPr>
            <p:ph type="sldNum" idx="21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3B30E374-33D6-4429-AF9F-53844FE5C4CF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</p:sldLayoutIdLst>
  <p:txStyles>
    <p:titleStyle/>
    <p:bodyStyle/>
    <p:otherStyle/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9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4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47" name="PlaceHolder 3"/>
          <p:cNvSpPr>
            <a:spLocks noGrp="1"/>
          </p:cNvSpPr>
          <p:nvPr>
            <p:ph type="dt" idx="22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4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49" name="PlaceHolder 5"/>
          <p:cNvSpPr>
            <a:spLocks noGrp="1"/>
          </p:cNvSpPr>
          <p:nvPr>
            <p:ph type="sldNum" idx="24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C278CF8A-A141-4B58-B436-0909A0F0713B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/>
    <p:bodyStyle/>
    <p:otherStyle/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4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595" name="Straight Connector 7"/>
          <p:cNvSpPr/>
          <p:nvPr/>
        </p:nvSpPr>
        <p:spPr>
          <a:xfrm>
            <a:off x="0" y="482760"/>
            <a:ext cx="914400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90000" tIns="-46800" rIns="90000" bIns="-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96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59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598" name="PlaceHolder 3"/>
          <p:cNvSpPr>
            <a:spLocks noGrp="1"/>
          </p:cNvSpPr>
          <p:nvPr>
            <p:ph type="dt" idx="25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9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00" name="PlaceHolder 5"/>
          <p:cNvSpPr>
            <a:spLocks noGrp="1"/>
          </p:cNvSpPr>
          <p:nvPr>
            <p:ph type="sldNum" idx="27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7E78C9E4-C68F-43FE-AA7A-469A8221761C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/>
    <p:bodyStyle/>
    <p:otherStyle/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3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8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8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87" name="PlaceHolder 3"/>
          <p:cNvSpPr>
            <a:spLocks noGrp="1"/>
          </p:cNvSpPr>
          <p:nvPr>
            <p:ph type="dt" idx="28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88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89" name="PlaceHolder 5"/>
          <p:cNvSpPr>
            <a:spLocks noGrp="1"/>
          </p:cNvSpPr>
          <p:nvPr>
            <p:ph type="sldNum" idx="30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F2774783-F0AE-4A1E-B42A-92E9AA1830CD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/>
    <p:bodyStyle/>
    <p:otherStyle/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7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2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27" name="PlaceHolder 3"/>
          <p:cNvSpPr>
            <a:spLocks noGrp="1"/>
          </p:cNvSpPr>
          <p:nvPr>
            <p:ph type="dt" idx="31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28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29" name="PlaceHolder 5"/>
          <p:cNvSpPr>
            <a:spLocks noGrp="1"/>
          </p:cNvSpPr>
          <p:nvPr>
            <p:ph type="sldNum" idx="33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A2EB7E18-B413-4FF6-BE2F-21417491F609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/>
    <p:bodyStyle/>
    <p:otherStyle/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2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7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7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77" name="PlaceHolder 3"/>
          <p:cNvSpPr>
            <a:spLocks noGrp="1"/>
          </p:cNvSpPr>
          <p:nvPr>
            <p:ph type="dt" idx="34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78" name="PlaceHolder 4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79" name="PlaceHolder 5"/>
          <p:cNvSpPr>
            <a:spLocks noGrp="1"/>
          </p:cNvSpPr>
          <p:nvPr>
            <p:ph type="sldNum" idx="36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B62E0472-4814-4BBB-A90B-01D710B02C07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</p:sldLayoutIdLst>
  <p:txStyles>
    <p:titleStyle/>
    <p:bodyStyle/>
    <p:otherStyle/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6" name="그림 6"/>
          <p:cNvPicPr>
            <a:picLocks/>
          </p:cNvPicPr>
          <p:nvPr/>
        </p:nvPicPr>
        <p:blipFill>
          <a:blip r:embed="rId3"/>
          <a:srcRect b="75354"/>
          <a:stretch>
            <a:fillRect/>
          </a:stretch>
        </p:blipFill>
        <p:spPr>
          <a:xfrm>
            <a:off x="6934320" y="169920"/>
            <a:ext cx="2027160" cy="225360"/>
          </a:xfrm>
          <a:prstGeom prst="rect">
            <a:avLst/>
          </a:prstGeom>
          <a:ln w="0">
            <a:noFill/>
          </a:ln>
        </p:spPr>
      </p:pic>
      <p:sp>
        <p:nvSpPr>
          <p:cNvPr id="1048615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strike="noStrike" spc="-1">
                <a:solidFill>
                  <a:srgbClr val="000000"/>
                </a:solidFill>
                <a:latin typeface="현대산스 Head Medium"/>
              </a:rPr>
              <a:t>Click to edit the title text format</a:t>
            </a:r>
          </a:p>
        </p:txBody>
      </p:sp>
      <p:sp>
        <p:nvSpPr>
          <p:cNvPr id="104861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/>
          <a:p>
            <a:pPr marL="316080" indent="-31608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Click to edit the outline text format</a:t>
            </a:r>
          </a:p>
          <a:p>
            <a:pPr marL="685800" lvl="1" indent="-263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Second Outline Level</a:t>
            </a:r>
          </a:p>
          <a:p>
            <a:pPr marL="1054080" lvl="2" indent="-209520">
              <a:spcBef>
                <a:spcPts val="726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Third Outline Level</a:t>
            </a:r>
          </a:p>
          <a:p>
            <a:pPr marL="1476360" lvl="3" indent="-209520">
              <a:spcBef>
                <a:spcPts val="726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Fourth Outline Level</a:t>
            </a:r>
          </a:p>
          <a:p>
            <a:pPr marL="1898640" lvl="4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Fifth Outline Level</a:t>
            </a:r>
          </a:p>
          <a:p>
            <a:pPr marL="1898640" lvl="5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Sixth Outline Level</a:t>
            </a:r>
          </a:p>
          <a:p>
            <a:pPr marL="1898640" lvl="6" indent="-209520">
              <a:spcBef>
                <a:spcPts val="726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900" b="0" strike="noStrike" spc="-1">
                <a:solidFill>
                  <a:srgbClr val="000000"/>
                </a:solidFill>
                <a:latin typeface="현대산스 Head"/>
              </a:rPr>
              <a:t>Seventh Outline Level</a:t>
            </a:r>
          </a:p>
        </p:txBody>
      </p:sp>
      <p:sp>
        <p:nvSpPr>
          <p:cNvPr id="1048617" name="PlaceHolder 3"/>
          <p:cNvSpPr>
            <a:spLocks noGrp="1"/>
          </p:cNvSpPr>
          <p:nvPr>
            <p:ph type="dt" idx="37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Gulim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ko-KR" sz="1100" b="0" strike="noStrike" spc="-1">
                <a:solidFill>
                  <a:srgbClr val="898989"/>
                </a:solidFill>
                <a:latin typeface="Gulim"/>
                <a:ea typeface="Gulim"/>
              </a:rPr>
              <a:t>&lt;date/time&gt;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18" name="PlaceHolder 4"/>
          <p:cNvSpPr>
            <a:spLocks noGrp="1"/>
          </p:cNvSpPr>
          <p:nvPr>
            <p:ph type="ftr" idx="38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/>
          <a:p>
            <a:pPr indent="0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619" name="PlaceHolder 5"/>
          <p:cNvSpPr>
            <a:spLocks noGrp="1"/>
          </p:cNvSpPr>
          <p:nvPr>
            <p:ph type="sldNum" idx="39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ko-KR" sz="1100" b="0" strike="noStrike" spc="-1">
                <a:solidFill>
                  <a:srgbClr val="898989"/>
                </a:solidFill>
                <a:latin typeface="Gulim"/>
                <a:ea typeface="현대산스 Head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BCC4F867-0EB0-4363-951D-76B41788979A}" type="slidenum">
              <a:rPr lang="en-US" altLang="ko-KR" sz="1100" b="0" strike="noStrike" spc="-1">
                <a:solidFill>
                  <a:srgbClr val="898989"/>
                </a:solidFill>
                <a:latin typeface="Gulim"/>
                <a:ea typeface="현대산스 Head"/>
              </a:rPr>
              <a:pPr indent="0" algn="r">
                <a:lnSpc>
                  <a:spcPct val="100000"/>
                </a:lnSpc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4304" name="Table 4194303"/>
          <p:cNvGraphicFramePr>
            <a:graphicFrameLocks/>
          </p:cNvGraphicFramePr>
          <p:nvPr/>
        </p:nvGraphicFramePr>
        <p:xfrm>
          <a:off x="1263600" y="1143000"/>
          <a:ext cx="7848720" cy="1371194"/>
        </p:xfrm>
        <a:graphic>
          <a:graphicData uri="http://schemas.openxmlformats.org/drawingml/2006/table">
            <a:tbl>
              <a:tblPr/>
              <a:tblGrid>
                <a:gridCol w="596880"/>
                <a:gridCol w="596880"/>
                <a:gridCol w="595440"/>
                <a:gridCol w="961920"/>
                <a:gridCol w="1231920"/>
                <a:gridCol w="979560"/>
                <a:gridCol w="1057320"/>
                <a:gridCol w="1057320"/>
                <a:gridCol w="771480"/>
              </a:tblGrid>
              <a:tr h="56675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Model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VIN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Mileage (Kms)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Engine No 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TM No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 ROM ID ECU /TCU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Dealer 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Code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Dealer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Name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Dealer Action &amp;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 RO history 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Remarks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</a:tr>
              <a:tr h="73111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7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{{MODEL}}</a:t>
                      </a:r>
                      <a:endParaRPr lang="en-US" sz="7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{{VIN}}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{{KMS}}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{{ENG_TM}}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IN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{{ROM_ID}}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IN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{{DLR_CD}}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IN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{{DLR_NM}}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IN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{{DLR_ACT}}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IN" sz="7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{{RMRKS}}</a:t>
                      </a:r>
                      <a:endParaRPr lang="en-US" sz="7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8584" name="Pentagon 12"/>
          <p:cNvSpPr/>
          <p:nvPr/>
        </p:nvSpPr>
        <p:spPr>
          <a:xfrm>
            <a:off x="76320" y="657360"/>
            <a:ext cx="1120680" cy="409320"/>
          </a:xfrm>
          <a:custGeom>
            <a:avLst/>
            <a:gdLst>
              <a:gd name="textAreaLeft" fmla="*/ 0 w 1120680"/>
              <a:gd name="textAreaRight" fmla="*/ 1121040 w 1120680"/>
              <a:gd name="textAreaTop" fmla="*/ 0 h 409320"/>
              <a:gd name="textAreaBottom" fmla="*/ 409680 h 40932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080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325886"/>
          </a:solidFill>
          <a:ln w="12600">
            <a:solidFill>
              <a:srgbClr val="385D8A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strike="noStrike" spc="-1">
                <a:solidFill>
                  <a:srgbClr val="F2F2F2"/>
                </a:solidFill>
                <a:latin typeface="Hyundai Sans Head Office"/>
                <a:ea typeface="HDharmony B"/>
              </a:rPr>
              <a:t>Field Complaint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85" name="Rectangle 14"/>
          <p:cNvSpPr/>
          <p:nvPr/>
        </p:nvSpPr>
        <p:spPr>
          <a:xfrm>
            <a:off x="1263600" y="642960"/>
            <a:ext cx="7848720" cy="409680"/>
          </a:xfrm>
          <a:prstGeom prst="rect">
            <a:avLst/>
          </a:prstGeom>
          <a:noFill/>
          <a:ln w="12600">
            <a:solidFill>
              <a:srgbClr val="D9D9D9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27360" tIns="46800" rIns="27360" bIns="46800" anchor="ctr">
            <a:no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Modern H Medium"/>
                <a:ea typeface="Modern H Medium"/>
              </a:rPr>
              <a:t> </a:t>
            </a:r>
            <a:r>
              <a:rPr lang="en-US" sz="1200" b="0" strike="noStrike" spc="-1">
                <a:solidFill>
                  <a:srgbClr val="000000"/>
                </a:solidFill>
                <a:latin typeface="Hyundai Sans Head Office"/>
                <a:ea typeface="HDharmony B"/>
              </a:rPr>
              <a:t>{{COMPLAINT}}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86" name="TextBox 5"/>
          <p:cNvSpPr/>
          <p:nvPr/>
        </p:nvSpPr>
        <p:spPr>
          <a:xfrm>
            <a:off x="0" y="47520"/>
            <a:ext cx="8458200" cy="398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90000" tIns="46800" rIns="90000" bIns="4680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Wingdings 2"/>
                <a:ea typeface="Wingdings 2"/>
              </a:rPr>
              <a:t></a:t>
            </a:r>
            <a:r>
              <a:rPr lang="en-US" sz="2000" b="0" strike="noStrike" spc="-1">
                <a:solidFill>
                  <a:srgbClr val="000000"/>
                </a:solidFill>
                <a:latin typeface="Hyundai Sans Head Office"/>
                <a:ea typeface="HDharmony B"/>
              </a:rPr>
              <a:t> Engine &amp; TM replacement Technical information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87" name="Straight Connector 4"/>
          <p:cNvSpPr/>
          <p:nvPr/>
        </p:nvSpPr>
        <p:spPr>
          <a:xfrm>
            <a:off x="0" y="533520"/>
            <a:ext cx="9144000" cy="0"/>
          </a:xfrm>
          <a:prstGeom prst="line">
            <a:avLst/>
          </a:prstGeom>
          <a:ln w="28440">
            <a:solidFill>
              <a:srgbClr val="4A7EBB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90000" tIns="-46800" rIns="90000" bIns="-468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88" name="Pentagon 20"/>
          <p:cNvSpPr/>
          <p:nvPr/>
        </p:nvSpPr>
        <p:spPr>
          <a:xfrm>
            <a:off x="76320" y="1143000"/>
            <a:ext cx="1120680" cy="1111320"/>
          </a:xfrm>
          <a:custGeom>
            <a:avLst/>
            <a:gdLst>
              <a:gd name="textAreaLeft" fmla="*/ 0 w 1120680"/>
              <a:gd name="textAreaRight" fmla="*/ 1121040 w 1120680"/>
              <a:gd name="textAreaTop" fmla="*/ 0 h 1111320"/>
              <a:gd name="textAreaBottom" fmla="*/ 1111680 h 111132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080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325886"/>
          </a:solidFill>
          <a:ln w="12600">
            <a:solidFill>
              <a:srgbClr val="385D8A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27360" tIns="46800" rIns="2736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strike="noStrike" spc="-1">
                <a:solidFill>
                  <a:srgbClr val="F2F2F2"/>
                </a:solidFill>
                <a:latin typeface="Hyundai Sans Head Office"/>
                <a:ea typeface="HDharmony B"/>
              </a:rPr>
              <a:t>Complaint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strike="noStrike" spc="-1">
                <a:solidFill>
                  <a:srgbClr val="F2F2F2"/>
                </a:solidFill>
                <a:latin typeface="Hyundai Sans Head Office"/>
                <a:ea typeface="HDharmony B"/>
              </a:rPr>
              <a:t>Vehicle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strike="noStrike" spc="-1">
                <a:solidFill>
                  <a:srgbClr val="F2F2F2"/>
                </a:solidFill>
                <a:latin typeface="Hyundai Sans Head Office"/>
                <a:ea typeface="HDharmony B"/>
              </a:rPr>
              <a:t>Details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89" name="Pentagon 16"/>
          <p:cNvSpPr/>
          <p:nvPr/>
        </p:nvSpPr>
        <p:spPr>
          <a:xfrm>
            <a:off x="76320" y="5721480"/>
            <a:ext cx="1120680" cy="984240"/>
          </a:xfrm>
          <a:custGeom>
            <a:avLst/>
            <a:gdLst>
              <a:gd name="textAreaLeft" fmla="*/ 0 w 1120680"/>
              <a:gd name="textAreaRight" fmla="*/ 1121040 w 1120680"/>
              <a:gd name="textAreaTop" fmla="*/ 0 h 984240"/>
              <a:gd name="textAreaBottom" fmla="*/ 984600 h 98424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080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325886"/>
          </a:solidFill>
          <a:ln w="12600">
            <a:solidFill>
              <a:srgbClr val="385D8A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strike="noStrike" spc="-1">
                <a:solidFill>
                  <a:srgbClr val="F2F2F2"/>
                </a:solidFill>
                <a:latin typeface="Hyundai Sans Head Office"/>
                <a:ea typeface="HDharmony B"/>
              </a:rPr>
              <a:t>Dealer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strike="noStrike" spc="-1">
                <a:solidFill>
                  <a:srgbClr val="F2F2F2"/>
                </a:solidFill>
                <a:latin typeface="Hyundai Sans Head Office"/>
                <a:ea typeface="HDharmony B"/>
              </a:rPr>
              <a:t>action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90" name="Rectangle 17"/>
          <p:cNvSpPr/>
          <p:nvPr/>
        </p:nvSpPr>
        <p:spPr>
          <a:xfrm>
            <a:off x="1290600" y="5721480"/>
            <a:ext cx="7821720" cy="992160"/>
          </a:xfrm>
          <a:prstGeom prst="rect">
            <a:avLst/>
          </a:prstGeom>
          <a:noFill/>
          <a:ln w="12600">
            <a:solidFill>
              <a:srgbClr val="D9D9D9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45720" tIns="46800" rIns="27360" bIns="46800" anchor="ctr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591" name="Pentagon 27"/>
          <p:cNvSpPr/>
          <p:nvPr/>
        </p:nvSpPr>
        <p:spPr>
          <a:xfrm>
            <a:off x="76320" y="2335320"/>
            <a:ext cx="1120680" cy="3278160"/>
          </a:xfrm>
          <a:custGeom>
            <a:avLst/>
            <a:gdLst>
              <a:gd name="textAreaLeft" fmla="*/ 0 w 1120680"/>
              <a:gd name="textAreaRight" fmla="*/ 1121040 w 1120680"/>
              <a:gd name="textAreaTop" fmla="*/ 0 h 3278160"/>
              <a:gd name="textAreaBottom" fmla="*/ 3278520 h 327816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080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325886"/>
          </a:solidFill>
          <a:ln w="12600">
            <a:solidFill>
              <a:srgbClr val="385D8A"/>
            </a:solidFill>
            <a:miter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27360" tIns="46800" rIns="2736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strike="noStrike" spc="-1">
                <a:solidFill>
                  <a:srgbClr val="F2F2F2"/>
                </a:solidFill>
                <a:latin typeface="Hyundai Sans Head Office"/>
                <a:ea typeface="HDharmony B"/>
              </a:rPr>
              <a:t>Investigation details by dealer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194305" name="Table 4194304"/>
          <p:cNvGraphicFramePr>
            <a:graphicFrameLocks/>
          </p:cNvGraphicFramePr>
          <p:nvPr/>
        </p:nvGraphicFramePr>
        <p:xfrm>
          <a:off x="1287360" y="2571744"/>
          <a:ext cx="7824960" cy="3041736"/>
        </p:xfrm>
        <a:graphic>
          <a:graphicData uri="http://schemas.openxmlformats.org/drawingml/2006/table">
            <a:tbl>
              <a:tblPr/>
              <a:tblGrid>
                <a:gridCol w="2608200"/>
                <a:gridCol w="2608560"/>
                <a:gridCol w="2608200"/>
              </a:tblGrid>
              <a:tr h="42732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Problem Nature &amp; Condition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2736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Dealer Study details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2736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Dealer observation 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2736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</a:tr>
              <a:tr h="2614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ko-KR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◆ </a:t>
                      </a: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Nature: {{PROB_NAT}}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ko-KR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◆ </a:t>
                      </a: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Condition &amp; drive pattern: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    {{DRV_PAT}} 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    - Details like Engine RPM, Speed, 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      Gear, Electrical Load, APS%, 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      Load, AC On or Off, Gradient etc.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ko-KR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◆ </a:t>
                      </a: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DTC if any: {{DTC}}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457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{{DLR_STD}}</a:t>
                      </a:r>
                      <a:endParaRPr lang="en-US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457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{{DLR_OBS}}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lang="en-US" sz="12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{{PHOTO_NOTE}}</a:t>
                      </a:r>
                      <a:endParaRPr lang="en-US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457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097152" name="Picture 13" descr="{{PHOTO_1}}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962520" y="3000372"/>
            <a:ext cx="2401380" cy="2613108"/>
          </a:xfrm>
          <a:prstGeom prst="rect">
            <a:avLst/>
          </a:prstGeom>
          <a:ln w="0">
            <a:noFill/>
          </a:ln>
        </p:spPr>
      </p:pic>
      <p:pic>
        <p:nvPicPr>
          <p:cNvPr id="2097153" name="Picture 15" descr="{{PHOTO_2}}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55340" y="3000372"/>
            <a:ext cx="2401380" cy="2613108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xmlns:p14="http://schemas.microsoft.com/office/powerpoint/2010/main" spd="slow" p14:dur="2000"/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Text Box 21"/>
          <p:cNvSpPr/>
          <p:nvPr/>
        </p:nvSpPr>
        <p:spPr>
          <a:xfrm>
            <a:off x="0" y="500042"/>
            <a:ext cx="4422600" cy="393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rgbClr val="000000"/>
          </a:fontRef>
        </p:style>
        <p:txBody>
          <a:bodyPr lIns="90000" tIns="46800" rIns="90000" bIns="46800" anchor="ctr">
            <a:noAutofit/>
          </a:bodyPr>
          <a:lstStyle/>
          <a:p>
            <a:pPr>
              <a:lnSpc>
                <a:spcPct val="100000"/>
              </a:lnSpc>
              <a:spcBef>
                <a:spcPts val="1125"/>
              </a:spcBef>
              <a:tabLst>
                <a:tab pos="0" algn="l"/>
                <a:tab pos="843120" algn="l"/>
                <a:tab pos="1685880" algn="l"/>
                <a:tab pos="2529000" algn="l"/>
                <a:tab pos="3371760" algn="l"/>
                <a:tab pos="4214880" algn="l"/>
                <a:tab pos="5057640" algn="l"/>
                <a:tab pos="5900760" algn="l"/>
                <a:tab pos="6743880" algn="l"/>
                <a:tab pos="7586640" algn="l"/>
                <a:tab pos="8429760" algn="l"/>
                <a:tab pos="9272520" algn="l"/>
                <a:tab pos="10115640" algn="l"/>
                <a:tab pos="10958400" algn="l"/>
              </a:tabLst>
            </a:pPr>
            <a:r>
              <a:rPr lang="en-US" sz="1800" b="0" strike="noStrike" spc="-1" dirty="0">
                <a:solidFill>
                  <a:srgbClr val="7F7F7F"/>
                </a:solidFill>
                <a:latin typeface="Wingdings 2"/>
                <a:ea typeface="Wingdings 2"/>
              </a:rPr>
              <a:t></a:t>
            </a:r>
            <a:r>
              <a:rPr lang="en-US" sz="1800" b="0" strike="noStrike" spc="-1" dirty="0">
                <a:solidFill>
                  <a:srgbClr val="7F7F7F"/>
                </a:solidFill>
                <a:latin typeface="Hyundai Sans Head Office"/>
                <a:ea typeface="Hyundai Sans Head Office"/>
              </a:rPr>
              <a:t> </a:t>
            </a:r>
            <a:r>
              <a:rPr lang="en-US" sz="1800" b="0" strike="noStrike" spc="-1" dirty="0">
                <a:solidFill>
                  <a:srgbClr val="000000"/>
                </a:solidFill>
                <a:latin typeface="Hyundai Sans Head Office"/>
                <a:ea typeface="Hyundai Sans Head Office"/>
              </a:rPr>
              <a:t>Complaint Vehicle Details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194306" name="Table 4194305"/>
          <p:cNvGraphicFramePr>
            <a:graphicFrameLocks/>
          </p:cNvGraphicFramePr>
          <p:nvPr/>
        </p:nvGraphicFramePr>
        <p:xfrm>
          <a:off x="0" y="1071547"/>
          <a:ext cx="9144000" cy="5786455"/>
        </p:xfrm>
        <a:graphic>
          <a:graphicData uri="http://schemas.openxmlformats.org/drawingml/2006/table">
            <a:tbl>
              <a:tblPr/>
              <a:tblGrid>
                <a:gridCol w="285720"/>
                <a:gridCol w="454561"/>
                <a:gridCol w="778933"/>
                <a:gridCol w="1380067"/>
                <a:gridCol w="446157"/>
                <a:gridCol w="1022626"/>
                <a:gridCol w="860655"/>
                <a:gridCol w="2655588"/>
                <a:gridCol w="1259693"/>
              </a:tblGrid>
              <a:tr h="46217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No</a:t>
                      </a:r>
                      <a:endParaRPr lang="en-US" sz="9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Dealer </a:t>
                      </a:r>
                      <a:endParaRPr lang="en-US" sz="9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Code</a:t>
                      </a:r>
                      <a:endParaRPr lang="en-US" sz="9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R/O No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(Repair order)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VIN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Odo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(Kms)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Reason for 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service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Service date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 dirty="0" err="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Dealar</a:t>
                      </a:r>
                      <a:r>
                        <a:rPr lang="en-US" sz="9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 Action taken</a:t>
                      </a:r>
                      <a:endParaRPr lang="en-US" sz="9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Current Status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solidFill>
                      <a:srgbClr val="CCECFF"/>
                    </a:solidFill>
                  </a:tcPr>
                </a:tc>
              </a:tr>
              <a:tr h="44359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{{ACT1}}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{{STS1}}</a:t>
                      </a:r>
                      <a:endParaRPr lang="en-US" sz="9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98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{{ACT2}}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{{STS2}}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59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{{N3}}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{{DC3}}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{{RO3}}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{{VIN3}}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{{KM3}}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{{RS3}}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{{DT3}}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{{ACT3}}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{{STS3}}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98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{{N4}}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{{DC4}}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{{RO4}}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{{VIN4}}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{{KM4}}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{{RS4}}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{{DT4}}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{{ACT4}}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{{STS4}}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59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{{N5}}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{{DC5}}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{{RO5}}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{{VIN5}}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{{KM5}}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{{RS5}}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{{DT5}}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{{ACT5}}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{{STS5}}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98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{{N6}}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{{DC6}}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{{RO6}}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{{VIN6}}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{{KM6}}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{{RS6}}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{{DT6}}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{{ACT6}}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{{STS6}}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59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{{N7}}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{{DC7}}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{{RO7}}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{{VIN7}}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{{KM7}}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{{RS7}}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{{DT7}}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{{ACT7}}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{{STS7}}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98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{{N8}}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{{DC8}}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{{RO8}}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{{VIN8}}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{{KM8}}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{{RS8}}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{{DT8}}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{{ACT8}}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{{STS8}}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59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{{N9}}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{{DC9}}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{{RO9}}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{{VIN9}}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{{KM9}}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{{RS9}}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{{DT9}}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{{ACT9}}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{{STS9}}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98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{{N10}}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{{DC10}}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{{RO10}}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{{VIN10}}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{{KM10}}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{{RS10}}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{{DT10}}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{{ACT10}}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{{STS10}}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359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{{N11}}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{{DC11}}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{{RO11}}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{{VIN11}}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{{KM11}}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{{RS11}}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{{DT11}}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{{ACT11}}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{{STS11}}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28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{{N12}}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{{DC12}}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{{RO12}}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{{VIN12}}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{{KM12}}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{{RS12}}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US" sz="650" b="0" strike="noStrike" spc="-1">
                          <a:solidFill>
                            <a:srgbClr val="000000"/>
                          </a:solidFill>
                          <a:latin typeface="Calibri"/>
                          <a:ea typeface="현대산스 Head"/>
                        </a:rPr>
                        <a:t>{{DT12}}</a:t>
                      </a:r>
                      <a:endParaRPr lang="en-US" sz="65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9360" marR="9360" anchor="b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{{ACT12}}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  <a:tab pos="843120" algn="l"/>
                          <a:tab pos="1685880" algn="l"/>
                          <a:tab pos="2529000" algn="l"/>
                          <a:tab pos="3371760" algn="l"/>
                          <a:tab pos="4214880" algn="l"/>
                          <a:tab pos="5057640" algn="l"/>
                          <a:tab pos="5900760" algn="l"/>
                          <a:tab pos="6743880" algn="l"/>
                          <a:tab pos="7586640" algn="l"/>
                          <a:tab pos="8429760" algn="l"/>
                          <a:tab pos="9272520" algn="l"/>
                          <a:tab pos="10115640" algn="l"/>
                          <a:tab pos="10958400" algn="l"/>
                        </a:tabLst>
                      </a:pPr>
                      <a:r>
                        <a:rPr lang="en-IN" sz="900" b="0" strike="noStrike" spc="-1" dirty="0">
                          <a:solidFill>
                            <a:srgbClr val="000000"/>
                          </a:solidFill>
                          <a:latin typeface="Hyundai Sans Head Office"/>
                          <a:ea typeface="HDharmony B"/>
                        </a:rPr>
                        <a:t>{{STS12}}</a:t>
                      </a:r>
                      <a:endParaRPr lang="en-US" sz="18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7920" marR="7920" anchor="ctr">
                    <a:lnL w="5760">
                      <a:solidFill>
                        <a:srgbClr val="BFBFBF"/>
                      </a:solidFill>
                      <a:prstDash val="solid"/>
                    </a:lnL>
                    <a:lnR w="5760">
                      <a:solidFill>
                        <a:srgbClr val="BFBFBF"/>
                      </a:solidFill>
                      <a:prstDash val="solid"/>
                    </a:lnR>
                    <a:lnT w="5760">
                      <a:solidFill>
                        <a:srgbClr val="BFBFBF"/>
                      </a:solidFill>
                      <a:prstDash val="solid"/>
                    </a:lnT>
                    <a:lnB w="5760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xmlns="" Requires="p14">
      <p:transition xmlns:p14="http://schemas.microsoft.com/office/powerpoint/2010/main" spd="slow" p14:dur="2000"/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499</Words>
  <Application>LibreOffice/24.2.7.2$Linux_X86_64 LibreOffice_project/420$Build-2</Application>
  <PresentationFormat>On-screen Show (4:3)</PresentationFormat>
  <Paragraphs>169</Paragraphs>
  <Slides>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13</vt:i4>
      </vt:variant>
      <vt:variant>
        <vt:lpstr>Slide Titles</vt:lpstr>
      </vt:variant>
      <vt:variant>
        <vt:i4>2</vt:i4>
      </vt:variant>
    </vt:vector>
  </HeadingPairs>
  <TitlesOfParts>
    <vt:vector size="15" baseType="lpstr"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Office</vt:lpstr>
      <vt:lpstr>Slide 1</vt:lpstr>
      <vt:lpstr>Slide 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2201116PI</dc:creator>
  <cp:lastModifiedBy>Aashish Giri</cp:lastModifiedBy>
  <cp:revision>3</cp:revision>
  <dcterms:created xsi:type="dcterms:W3CDTF">2026-03-11T06:52:43Z</dcterms:created>
  <dcterms:modified xsi:type="dcterms:W3CDTF">2026-03-11T06:54:53Z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de9002dcea7442998c86538117b675d8</vt:lpwstr>
  </property>
</Properties>
</file>