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3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embeddings/oleObject1.pptx" ContentType="application/vnd.openxmlformats-officedocument.presentationml.presentation"/>
  <Override PartName="/ppt/embeddings/oleObject2.pptx" ContentType="application/vnd.openxmlformats-officedocument.presentationml.presentation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9" r:id="rId11"/>
    <p:sldMasterId id="2147483660" r:id="rId12"/>
    <p:sldMasterId id="2147483661" r:id="rId13"/>
    <p:sldMasterId id="2147483662" r:id="rId14"/>
  </p:sldMasterIdLst>
  <p:notesMasterIdLst>
    <p:notesMasterId r:id="rId15"/>
  </p:notesMasterIdLst>
  <p:sldIdLst>
    <p:sldId id="256" r:id="rId16"/>
    <p:sldId id="257" r:id="rId17"/>
  </p:sldIdLst>
  <p:sldSz cx="9144000" cy="6858000"/>
  <p:notesSz cx="7008813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70092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5360" bIns="4536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dt" idx="40"/>
          </p:nvPr>
        </p:nvSpPr>
        <p:spPr>
          <a:xfrm>
            <a:off x="3970440" y="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5360" bIns="4536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Img"/>
          </p:nvPr>
        </p:nvSpPr>
        <p:spPr>
          <a:xfrm>
            <a:off x="1182240" y="698400"/>
            <a:ext cx="4645080" cy="34848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360" rIns="90360" tIns="45360" bIns="4536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701640" y="4416120"/>
            <a:ext cx="5608800" cy="418284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5360" bIns="4536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 idx="41"/>
          </p:nvPr>
        </p:nvSpPr>
        <p:spPr>
          <a:xfrm>
            <a:off x="0" y="882972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5360" bIns="4536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sldNum" idx="42"/>
          </p:nvPr>
        </p:nvSpPr>
        <p:spPr>
          <a:xfrm>
            <a:off x="3970440" y="882972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3B6CE0-E287-421F-BC7E-6851EFCBBC5B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1182600" y="698400"/>
            <a:ext cx="4645080" cy="348480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01640" y="4416120"/>
            <a:ext cx="5608800" cy="418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Slide Number Placeholder 3"/>
          <p:cNvSpPr/>
          <p:nvPr/>
        </p:nvSpPr>
        <p:spPr>
          <a:xfrm>
            <a:off x="3970440" y="8829720"/>
            <a:ext cx="30384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5360" bIns="4536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46E3D3-6EE8-45BE-97E9-5EAD0148682E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E9F856-A219-493D-8D4D-1F247E3C80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162E105-DBF0-4D7D-AF02-C4993125DB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/Relationships>
</file>

<file path=ppt/slideMasters/_rels/slideMaster4.xml.rels><?xml version="1.0" encoding="UTF-8"?>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/Relationships>
</file>

<file path=ppt/slideMasters/_rels/slideMaster5.xml.rels><?xml version="1.0" encoding="UTF-8"?>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/Relationships>
</file>

<file path=ppt/slideMasters/_rels/slideMaster6.xml.rels><?xml version="1.0" encoding="UTF-8"?>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/Relationships>
</file>

<file path=ppt/slideMasters/_rels/slideMaster7.xml.rels><?xml version="1.0" encoding="UTF-8"?>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/Relationships>
</file>

<file path=ppt/slideMasters/_rels/slideMaster8.xml.rels><?xml version="1.0" encoding="UTF-8"?>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/Relationships>
</file>

<file path=ppt/slideMasters/_rels/slideMaster9.xml.rels><?xml version="1.0" encoding="UTF-8"?>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Masters/_rels/slideMaster10.xml.rels><?xml version="1.0" encoding="UTF-8"?>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/Relationships>
</file>

<file path=ppt/slideMasters/_rels/slideMaster11.xml.rels><?xml version="1.0" encoding="UTF-8"?>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/Relationships>
</file>

<file path=ppt/slideMasters/_rels/slideMaster12.xml.rels><?xml version="1.0" encoding="UTF-8"?>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/Relationships>
</file>

<file path=ppt/slideMasters/_rels/slideMaster13.xml.rels><?xml version="1.0" encoding="UTF-8"?>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663020-B7A3-4875-B76E-43E426E8A4E0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현대산스 Head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현대산스 Head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현대산스 Head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D1102E-BC53-4E57-B3E6-914375CFA624}" type="slidenum">
              <a:rPr b="0" lang="ko-KR" sz="1100" spc="-1" strike="noStrike">
                <a:solidFill>
                  <a:srgbClr val="898989"/>
                </a:solidFill>
                <a:latin typeface="현대산스 Head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CA8B17-C085-4EB9-8792-A671A3F1B306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BA92BB-08F5-4556-B39A-3F4D0AF8FC0E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B3AD32-3656-44AC-A32F-D21B2419B542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805F42-91AF-4501-83A0-21641F9D88B8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30E374-33D6-4429-AF9F-53844FE5C4CF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278CF8A-A141-4B58-B436-0909A0F0713B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48" name="Straight Connector 7"/>
          <p:cNvSpPr/>
          <p:nvPr/>
        </p:nvSpPr>
        <p:spPr>
          <a:xfrm>
            <a:off x="0" y="482760"/>
            <a:ext cx="9144000" cy="0"/>
          </a:xfrm>
          <a:prstGeom prst="line">
            <a:avLst/>
          </a:prstGeom>
          <a:ln w="936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5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7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78C9E4-C68F-43FE-AA7A-469A8221761C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28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0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774783-F0AE-4A1E-B42A-92E9AA1830CD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EB7E18-B413-4FF6-BE2F-21417491F609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4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36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2E0472-4814-4BBB-A90B-01D710B02C07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6" descr=""/>
          <p:cNvPicPr/>
          <p:nvPr/>
        </p:nvPicPr>
        <p:blipFill>
          <a:blip r:embed="rId2"/>
          <a:srcRect l="0" t="0" r="0" b="75354"/>
          <a:stretch/>
        </p:blipFill>
        <p:spPr>
          <a:xfrm>
            <a:off x="6934320" y="169920"/>
            <a:ext cx="2027160" cy="22536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현대산스 Head Medium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현대산스 Head Medium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16080" indent="-31608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1" marL="685800" indent="-263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2" marL="1054080" indent="-209520">
              <a:spcBef>
                <a:spcPts val="726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3" marL="1476360" indent="-209520">
              <a:spcBef>
                <a:spcPts val="726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4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5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  <a:p>
            <a:pPr lvl="6" marL="1898640" indent="-209520">
              <a:spcBef>
                <a:spcPts val="726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현대산스 Head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현대산스 Head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37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Guli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100" spc="-1" strike="noStrike">
                <a:solidFill>
                  <a:srgbClr val="898989"/>
                </a:solidFill>
                <a:latin typeface="Gulim"/>
                <a:ea typeface="Gulim"/>
              </a:rPr>
              <a:t>&lt;date/time&gt;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38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39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C4F867-0EB0-4363-951D-76B41788979A}" type="slidenum">
              <a:rPr b="0" lang="ko-KR" sz="1100" spc="-1" strike="noStrike">
                <a:solidFill>
                  <a:srgbClr val="898989"/>
                </a:solidFill>
                <a:latin typeface="Gulim"/>
                <a:ea typeface="현대산스 Head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package" Target="../embeddings/oleObject1.pptx"/><Relationship Id="rId2" Type="http://schemas.openxmlformats.org/officeDocument/2006/relationships/package" Target="../embeddings/oleObject2.pptx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"/>
          <p:cNvGraphicFramePr/>
          <p:nvPr/>
        </p:nvGraphicFramePr>
        <p:xfrm>
          <a:off x="1263600" y="1143000"/>
          <a:ext cx="7848720" cy="1274760"/>
        </p:xfrm>
        <a:graphic>
          <a:graphicData uri="http://schemas.openxmlformats.org/drawingml/2006/table">
            <a:tbl>
              <a:tblPr/>
              <a:tblGrid>
                <a:gridCol w="596880"/>
                <a:gridCol w="596880"/>
                <a:gridCol w="595440"/>
                <a:gridCol w="961920"/>
                <a:gridCol w="1231920"/>
                <a:gridCol w="979560"/>
                <a:gridCol w="1057320"/>
                <a:gridCol w="1057320"/>
                <a:gridCol w="771480"/>
              </a:tblGrid>
              <a:tr h="536040"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Model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VIN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Mileage (Kms)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Engine No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TM 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ROM ID ECU /TCU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Dealer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Code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Dealer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Name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Dealer Action &amp;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RO history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Remarks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</a:tr>
              <a:tr h="806040"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{{MODEL}}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{{VIN}}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{{KMS}}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{{ENG_TM}}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{{ROM_ID}}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{{DLR_CD}}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{{DLR_NM}}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{{DLR_ACT}}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7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{{RMRKS}}</a:t>
                      </a:r>
                      <a:endParaRPr b="0" lang="en-US" sz="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Pentagon 12"/>
          <p:cNvSpPr/>
          <p:nvPr/>
        </p:nvSpPr>
        <p:spPr>
          <a:xfrm>
            <a:off x="76320" y="657360"/>
            <a:ext cx="1120680" cy="409320"/>
          </a:xfrm>
          <a:custGeom>
            <a:avLst/>
            <a:gdLst>
              <a:gd name="textAreaLeft" fmla="*/ 0 w 1120680"/>
              <a:gd name="textAreaRight" fmla="*/ 1121040 w 1120680"/>
              <a:gd name="textAreaTop" fmla="*/ 0 h 409320"/>
              <a:gd name="textAreaBottom" fmla="*/ 409680 h 409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080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25886"/>
          </a:solidFill>
          <a:ln w="1260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2f2f2"/>
                </a:solidFill>
                <a:latin typeface="Hyundai Sans Head Office"/>
                <a:ea typeface="HDharmony B"/>
              </a:rPr>
              <a:t>Field Complaint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14"/>
          <p:cNvSpPr/>
          <p:nvPr/>
        </p:nvSpPr>
        <p:spPr>
          <a:xfrm>
            <a:off x="1263600" y="642960"/>
            <a:ext cx="7848720" cy="409680"/>
          </a:xfrm>
          <a:prstGeom prst="rect">
            <a:avLst/>
          </a:prstGeom>
          <a:noFill/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7360" rIns="27360" tIns="46800" bIns="46800" anchor="ctr">
            <a:no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Modern H Medium"/>
                <a:ea typeface="Modern H Medium"/>
              </a:rPr>
              <a:t xml:space="preserve"> </a:t>
            </a:r>
            <a:r>
              <a:rPr b="0" lang="en-US" sz="1200" spc="-1" strike="noStrike">
                <a:solidFill>
                  <a:srgbClr val="000000"/>
                </a:solidFill>
                <a:latin typeface="Hyundai Sans Head Office"/>
                <a:ea typeface="HDharmony B"/>
              </a:rPr>
              <a:t>{{COMPLAINT}}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0" y="47520"/>
            <a:ext cx="8458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Wingdings 2"/>
                <a:ea typeface="Wingdings 2"/>
              </a:rPr>
              <a:t></a:t>
            </a:r>
            <a:r>
              <a:rPr b="0" lang="en-US" sz="2000" spc="-1" strike="noStrike">
                <a:solidFill>
                  <a:srgbClr val="000000"/>
                </a:solidFill>
                <a:latin typeface="Hyundai Sans Head Office"/>
                <a:ea typeface="HDharmony B"/>
              </a:rPr>
              <a:t xml:space="preserve"> </a:t>
            </a:r>
            <a:r>
              <a:rPr b="0" lang="en-US" sz="2000" spc="-1" strike="noStrike">
                <a:solidFill>
                  <a:srgbClr val="000000"/>
                </a:solidFill>
                <a:latin typeface="Hyundai Sans Head Office"/>
                <a:ea typeface="HDharmony B"/>
              </a:rPr>
              <a:t xml:space="preserve">Engine &amp; TM replacement Technical information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traight Connector 4"/>
          <p:cNvSpPr/>
          <p:nvPr/>
        </p:nvSpPr>
        <p:spPr>
          <a:xfrm>
            <a:off x="0" y="533520"/>
            <a:ext cx="9144000" cy="0"/>
          </a:xfrm>
          <a:prstGeom prst="line">
            <a:avLst/>
          </a:prstGeom>
          <a:ln w="2844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entagon 20"/>
          <p:cNvSpPr/>
          <p:nvPr/>
        </p:nvSpPr>
        <p:spPr>
          <a:xfrm>
            <a:off x="76320" y="1143000"/>
            <a:ext cx="1120680" cy="1111320"/>
          </a:xfrm>
          <a:custGeom>
            <a:avLst/>
            <a:gdLst>
              <a:gd name="textAreaLeft" fmla="*/ 0 w 1120680"/>
              <a:gd name="textAreaRight" fmla="*/ 1121040 w 1120680"/>
              <a:gd name="textAreaTop" fmla="*/ 0 h 1111320"/>
              <a:gd name="textAreaBottom" fmla="*/ 1111680 h 1111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080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25886"/>
          </a:solidFill>
          <a:ln w="1260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7360" rIns="2736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2f2f2"/>
                </a:solidFill>
                <a:latin typeface="Hyundai Sans Head Office"/>
                <a:ea typeface="HDharmony B"/>
              </a:rPr>
              <a:t>Complaint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2f2f2"/>
                </a:solidFill>
                <a:latin typeface="Hyundai Sans Head Office"/>
                <a:ea typeface="HDharmony B"/>
              </a:rPr>
              <a:t>Vehicle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2f2f2"/>
                </a:solidFill>
                <a:latin typeface="Hyundai Sans Head Office"/>
                <a:ea typeface="HDharmony B"/>
              </a:rPr>
              <a:t>Details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entagon 16"/>
          <p:cNvSpPr/>
          <p:nvPr/>
        </p:nvSpPr>
        <p:spPr>
          <a:xfrm>
            <a:off x="76320" y="5721480"/>
            <a:ext cx="1120680" cy="984240"/>
          </a:xfrm>
          <a:custGeom>
            <a:avLst/>
            <a:gdLst>
              <a:gd name="textAreaLeft" fmla="*/ 0 w 1120680"/>
              <a:gd name="textAreaRight" fmla="*/ 1121040 w 1120680"/>
              <a:gd name="textAreaTop" fmla="*/ 0 h 984240"/>
              <a:gd name="textAreaBottom" fmla="*/ 984600 h 984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080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25886"/>
          </a:solidFill>
          <a:ln w="1260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2f2f2"/>
                </a:solidFill>
                <a:latin typeface="Hyundai Sans Head Office"/>
                <a:ea typeface="HDharmony B"/>
              </a:rPr>
              <a:t xml:space="preserve">Dealer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2f2f2"/>
                </a:solidFill>
                <a:latin typeface="Hyundai Sans Head Office"/>
                <a:ea typeface="HDharmony B"/>
              </a:rPr>
              <a:t>action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17"/>
          <p:cNvSpPr/>
          <p:nvPr/>
        </p:nvSpPr>
        <p:spPr>
          <a:xfrm>
            <a:off x="1290600" y="5721480"/>
            <a:ext cx="7821720" cy="992160"/>
          </a:xfrm>
          <a:prstGeom prst="rect">
            <a:avLst/>
          </a:prstGeom>
          <a:noFill/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27360" tIns="46800" bIns="46800" anchor="ctr">
            <a:noAutofit/>
          </a:bodyPr>
          <a:p>
            <a:pPr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entagon 27"/>
          <p:cNvSpPr/>
          <p:nvPr/>
        </p:nvSpPr>
        <p:spPr>
          <a:xfrm>
            <a:off x="76320" y="2335320"/>
            <a:ext cx="1120680" cy="3278160"/>
          </a:xfrm>
          <a:custGeom>
            <a:avLst/>
            <a:gdLst>
              <a:gd name="textAreaLeft" fmla="*/ 0 w 1120680"/>
              <a:gd name="textAreaRight" fmla="*/ 1121040 w 1120680"/>
              <a:gd name="textAreaTop" fmla="*/ 0 h 3278160"/>
              <a:gd name="textAreaBottom" fmla="*/ 3278520 h 3278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1080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25886"/>
          </a:solidFill>
          <a:ln w="1260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7360" rIns="2736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2f2f2"/>
                </a:solidFill>
                <a:latin typeface="Hyundai Sans Head Office"/>
                <a:ea typeface="HDharmony B"/>
              </a:rPr>
              <a:t>Investigation details by dealer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4" name=""/>
          <p:cNvGraphicFramePr/>
          <p:nvPr/>
        </p:nvGraphicFramePr>
        <p:xfrm>
          <a:off x="1287360" y="2338560"/>
          <a:ext cx="7824960" cy="3274920"/>
        </p:xfrm>
        <a:graphic>
          <a:graphicData uri="http://schemas.openxmlformats.org/drawingml/2006/table">
            <a:tbl>
              <a:tblPr/>
              <a:tblGrid>
                <a:gridCol w="2608200"/>
                <a:gridCol w="2608560"/>
                <a:gridCol w="2608200"/>
              </a:tblGrid>
              <a:tr h="460080">
                <a:tc>
                  <a:txBody>
                    <a:bodyPr lIns="2736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Problem Nature &amp; Condition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7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2736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Dealer Study details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7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2736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Dealer observation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7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</a:tr>
              <a:tr h="2814840">
                <a:tc>
                  <a:txBody>
                    <a:bodyPr lIns="4572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ko-KR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◆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Nature: {{PROB_NAT}}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ko-KR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◆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Condition &amp; drive pattern: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   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{{DRV_PAT}}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   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- Details like Engine RPM, Speed,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     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Gear, Electrical Load, APS%,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     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Load, AC On or Off, Gradient etc.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ko-KR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◆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DTC if any: {{DTC}}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0" tIns="9144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{{DLR_STD}}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0" tIns="914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{{DLR_OBS}}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{{PHOTO_NOTE}}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Object 6"/>
          <p:cNvGraphicFramePr/>
          <p:nvPr/>
        </p:nvGraphicFramePr>
        <p:xfrm>
          <a:off x="3352680" y="3684600"/>
          <a:ext cx="127080" cy="127080"/>
        </p:xfrm>
        <a:graphic>
          <a:graphicData uri="http://schemas.openxmlformats.org/presentationml/2006/ole">
            <p:oleObj showAsIcon="1" progId="PowerPoint.Show.12" r:id="rId1" spid="">
              <p:embed/>
            </p:oleObj>
          </a:graphicData>
        </a:graphic>
      </p:graphicFrame>
      <p:graphicFrame>
        <p:nvGraphicFramePr>
          <p:cNvPr id="96" name="Object 2"/>
          <p:cNvGraphicFramePr/>
          <p:nvPr/>
        </p:nvGraphicFramePr>
        <p:xfrm>
          <a:off x="8050320" y="1511280"/>
          <a:ext cx="126720" cy="127080"/>
        </p:xfrm>
        <a:graphic>
          <a:graphicData uri="http://schemas.openxmlformats.org/presentationml/2006/ole">
            <p:oleObj showAsIcon="1" progId="PowerPoint.Show.12" r:id="rId2" spid="">
              <p:embed/>
            </p:oleObj>
          </a:graphicData>
        </a:graphic>
      </p:graphicFrame>
      <p:pic>
        <p:nvPicPr>
          <p:cNvPr id="97" name="Picture 13" descr="{{PHOTO_1}}"/>
          <p:cNvPicPr/>
          <p:nvPr/>
        </p:nvPicPr>
        <p:blipFill>
          <a:blip r:embed="rId3"/>
          <a:stretch/>
        </p:blipFill>
        <p:spPr>
          <a:xfrm>
            <a:off x="3962520" y="2936880"/>
            <a:ext cx="2401380" cy="267660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15" descr="{{PHOTO_2}}"/>
          <p:cNvPicPr/>
          <p:nvPr/>
        </p:nvPicPr>
        <p:blipFill>
          <a:blip r:embed="rId4"/>
          <a:stretch/>
        </p:blipFill>
        <p:spPr>
          <a:xfrm>
            <a:off x="6455340" y="2936880"/>
            <a:ext cx="2401380" cy="267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Box 21"/>
          <p:cNvSpPr/>
          <p:nvPr/>
        </p:nvSpPr>
        <p:spPr>
          <a:xfrm>
            <a:off x="114480" y="314280"/>
            <a:ext cx="442260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843120"/>
                <a:tab algn="l" pos="1685880"/>
                <a:tab algn="l" pos="2529000"/>
                <a:tab algn="l" pos="3371760"/>
                <a:tab algn="l" pos="4214880"/>
                <a:tab algn="l" pos="5057640"/>
                <a:tab algn="l" pos="5900760"/>
                <a:tab algn="l" pos="6743880"/>
                <a:tab algn="l" pos="7586640"/>
                <a:tab algn="l" pos="8429760"/>
                <a:tab algn="l" pos="9272520"/>
                <a:tab algn="l" pos="10115640"/>
                <a:tab algn="l" pos="10958400"/>
              </a:tabLst>
            </a:pPr>
            <a:r>
              <a:rPr b="0" lang="en-US" sz="1800" spc="-1" strike="noStrike">
                <a:solidFill>
                  <a:srgbClr val="7f7f7f"/>
                </a:solidFill>
                <a:latin typeface="Wingdings 2"/>
                <a:ea typeface="Wingdings 2"/>
              </a:rPr>
              <a:t></a:t>
            </a:r>
            <a:r>
              <a:rPr b="0" lang="en-US" sz="1800" spc="-1" strike="noStrike">
                <a:solidFill>
                  <a:srgbClr val="7f7f7f"/>
                </a:solidFill>
                <a:latin typeface="Hyundai Sans Head Office"/>
                <a:ea typeface="Hyundai Sans Head Office"/>
              </a:rPr>
              <a:t xml:space="preserve"> </a:t>
            </a:r>
            <a:r>
              <a:rPr b="0" lang="en-US" sz="1800" spc="-1" strike="noStrike">
                <a:solidFill>
                  <a:srgbClr val="000000"/>
                </a:solidFill>
                <a:latin typeface="Hyundai Sans Head Office"/>
                <a:ea typeface="Hyundai Sans Head Office"/>
              </a:rPr>
              <a:t>Complaint Vehicle Details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65160" y="887400"/>
          <a:ext cx="8942400" cy="5268960"/>
        </p:xfrm>
        <a:graphic>
          <a:graphicData uri="http://schemas.openxmlformats.org/drawingml/2006/table">
            <a:tbl>
              <a:tblPr/>
              <a:tblGrid>
                <a:gridCol w="217440"/>
                <a:gridCol w="506520"/>
                <a:gridCol w="761760"/>
                <a:gridCol w="1349640"/>
                <a:gridCol w="436320"/>
                <a:gridCol w="1000080"/>
                <a:gridCol w="841680"/>
                <a:gridCol w="2597040"/>
                <a:gridCol w="1231920"/>
              </a:tblGrid>
              <a:tr h="420840"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No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Dealer 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Code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R/O No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(Repair order)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VIN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Odo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(Kms)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 xml:space="preserve">Reason for 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service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Service date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Dealar Action taken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Current Status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</a:tr>
              <a:tr h="40392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{{ACT1}}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{{STS1}}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428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{{ACT2}}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{{STS2}}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392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{{N3}}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{{DC3}}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{{RO3}}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{{VIN3}}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{{KM3}}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{{RS3}}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{{DT3}}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{{ACT3}}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{{STS3}}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428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{{N4}}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{{DC4}}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{{RO4}}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{{VIN4}}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{{KM4}}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{{RS4}}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{{DT4}}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{{ACT4}}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{{STS4}}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392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{{N5}}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{{DC5}}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{{RO5}}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{{VIN5}}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{{KM5}}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{{RS5}}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{{DT5}}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{{ACT5}}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{{STS5}}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428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{{N6}}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{{DC6}}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{{RO6}}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{{VIN6}}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{{KM6}}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{{RS6}}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{{DT6}}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{{ACT6}}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{{STS6}}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392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{{N7}}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{{DC7}}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{{RO7}}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{{VIN7}}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{{KM7}}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{{RS7}}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{{DT7}}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{{ACT7}}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{{STS7}}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428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{{N8}}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{{DC8}}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{{RO8}}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{{VIN8}}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{{KM8}}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{{RS8}}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{{DT8}}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{{ACT8}}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{{STS8}}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392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{{N9}}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{{DC9}}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{{RO9}}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{{VIN9}}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{{KM9}}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{{RS9}}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{{DT9}}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{{ACT9}}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{{STS9}}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428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{{N10}}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{{DC10}}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{{RO10}}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{{VIN10}}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{{KM10}}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{{RS10}}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{{DT10}}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{{ACT10}}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{{STS10}}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392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{{N11}}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{{DC11}}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{{RO11}}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{{VIN11}}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{{KM11}}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{{RS11}}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{{DT11}}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{{ACT11}}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{{STS11}}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0320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{{N12}}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{{DC12}}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{{RO12}}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{{VIN12}}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{{KM12}}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{{RS12}}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r>
                        <a:rPr b="0" lang="en-US" sz="650" spc="-1" strike="noStrike">
                          <a:solidFill>
                            <a:srgbClr val="000000"/>
                          </a:solidFill>
                          <a:latin typeface="Calibri"/>
                          <a:ea typeface="현대산스 Head"/>
                        </a:rPr>
                        <a:t>{{DT12}}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{{ACT12}}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920" rIns="7920" tIns="79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843120"/>
                          <a:tab algn="l" pos="1685880"/>
                          <a:tab algn="l" pos="2529000"/>
                          <a:tab algn="l" pos="3371760"/>
                          <a:tab algn="l" pos="4214880"/>
                          <a:tab algn="l" pos="5057640"/>
                          <a:tab algn="l" pos="5900760"/>
                          <a:tab algn="l" pos="6743880"/>
                          <a:tab algn="l" pos="7586640"/>
                          <a:tab algn="l" pos="8429760"/>
                          <a:tab algn="l" pos="9272520"/>
                          <a:tab algn="l" pos="10115640"/>
                          <a:tab algn="l" pos="109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  <a:r>
                        <a:rPr b="0" lang="en-IN" sz="900" spc="-1" strike="noStrike">
                          <a:solidFill>
                            <a:srgbClr val="000000"/>
                          </a:solidFill>
                          <a:latin typeface="Hyundai Sans Head Office"/>
                          <a:ea typeface="HDharmony B"/>
                        </a:rPr>
                        <a:t>{{STS12}}</a:t>
                      </a:r>
                    </a:p>
                  </a:txBody>
                  <a:tcPr anchor="ctr" marL="7920" marR="7920"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2012-05-03T15:47:34Z</dcterms:created>
  <dc:creator>hp</dc:creator>
  <dc:description/>
  <dc:language>en-US</dc:language>
  <cp:lastModifiedBy>Aashish Giri</cp:lastModifiedBy>
  <cp:lastPrinted>2025-02-18T03:07:43Z</cp:lastPrinted>
  <dcterms:modified xsi:type="dcterms:W3CDTF">2026-03-05T09:37:52Z</dcterms:modified>
  <cp:revision>345</cp:revision>
  <dc:subject/>
  <dc:title>Slide 1</dc:title>
</cp:coreProperties>
</file>